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PostgreSQL Practice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377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8F2"/>
                </a:solidFill>
              </a:rPr>
              <a:t>CASE Expressions • Database Relationships • JOIN Operations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3063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C8D8"/>
                </a:solidFill>
              </a:rPr>
              <a:t>New screenshot collection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Logic Using CASE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Categorizing Employees Based on Salary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The CASE expression applies conditional logic inside a query. PostgreSQL checks conditions from top to bottom and returns the result for the first true condition.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1485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6423" y="1600200"/>
            <a:ext cx="4952034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Calculations Using CASE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Calculating Employee Bonus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CASE can also perform calculations. Here, employees with salary greater than 0 receive a bonus equal to 10% of salary, rounded with ROUND().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1561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8220" y="1600200"/>
            <a:ext cx="3728439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with GROUP BY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Grouping and Counting Salary Categories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The CASE expression creates salary categories, GROUP BY forms one group for each category, and COUNT(emp_id) counts employees in each group.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2160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624" y="1600200"/>
            <a:ext cx="4747632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Relationships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Types of Relationships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Relationships describe how records in different tables are connected. The main types are One-to-One, One-to-Many, and Many-to-Many.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2433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089671"/>
            <a:ext cx="6821424" cy="31815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One-to-One Relationship (1:1)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Employees and Employee Details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One record in the first table is associated with only one record in the second table. Here, each employee has one corresponding employee-details record.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2443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163477"/>
            <a:ext cx="6821424" cy="30339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One-to-Many Relationship (1:M)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Employees and Employee Tasks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One record in the first table can be associated with multiple records in the second table. Here, one employee can have several tasks.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2460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944523"/>
            <a:ext cx="6821424" cy="3471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Many-to-Many Relationship (M:N)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Authors and Books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Multiple records in one table can relate to multiple records in another. An author can write several books, and a book can have several authors.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2464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502" y="1600200"/>
            <a:ext cx="6647876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Key and Foreign Key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Customers and Orders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A primary key uniquely identifies a row. A foreign key references a key in another table and establishes a relationship. One customer can therefore be linked to many orders.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2561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328166"/>
            <a:ext cx="6821424" cy="2704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a Foreign Key Relationship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Customers and Orders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The customers table uses cust_id as its primary key. The orders table stores cust_id as a foreign key referencing customers(cust_id), creating a one-to-many relationship.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3022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768723"/>
            <a:ext cx="6821424" cy="38234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Inserting Data into Related Tables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Parent Table First, Child Table Second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Data is inserted into customers first so referenced customer IDs exist. Orders are then inserted with cust_id values that connect each order to a customer.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6562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768875"/>
            <a:ext cx="6821424" cy="38231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 Operations in PostgreSQL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Introduction to JOIN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A JOIN combines rows from two or more tables using a related column. It lets separately stored but related information be retrieved together.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730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842148"/>
            <a:ext cx="6821424" cy="1676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of JOINs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Common JOIN types include CROSS JOIN, INNER JOIN, LEFT JOIN, and RIGHT JOIN. Each controls which matching or non-matching rows appear in the result.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7311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669" y="1600200"/>
            <a:ext cx="5093543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 JOIN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Concept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A CROSS JOIN combines every row from the first table with every row from the second table, producing the Cartesian product of both tables.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7335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695294"/>
            <a:ext cx="6821424" cy="19703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 JOIN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Practical Query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SELECT * FROM customers CROSS JOIN orders returns every possible customer-order combination. No matching condition is required.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736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432" y="1600200"/>
            <a:ext cx="246601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 JOIN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Concept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An INNER JOIN returns only rows for which the specified join condition matches in both tables. Unmatched rows are excluded.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7441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2641005"/>
            <a:ext cx="6821424" cy="20789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 JOIN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Matching Customers with Orders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The aliases c and o represent customers and orders. ON c.cust_id = o.cust_id matches each order with the customer having the same ID.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7510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786" y="1600200"/>
            <a:ext cx="4865308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 JOIN with GROUP BY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Counting Orders per Customer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After matching customers with orders, GROUP BY cust_name creates one group per customer and COUNT(o.ord_id) calculates how many matching orders each customer has.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18401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7332" y="1600200"/>
            <a:ext cx="5790217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LEFT JOIN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Keeping All Rows from the Left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A LEFT JOIN returns every row from the left table plus matching rows from the right table. When no match exists, right-table columns contain NULL.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20561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1600200"/>
            <a:ext cx="4160520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Many-to-Many Relationship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Students, Courses and Enrollment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The enrollment table acts as a junction table. Its foreign keys connect students and courses, allowing each student to take many courses and each course to contain many students.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21082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3062" y="1600200"/>
            <a:ext cx="3258756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JOINs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Retrieving Many-to-Many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7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Definition / Explanation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3218688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</a:rPr>
              <a:t>The enrollment table is joined to students and courses. The result combines student name, course name, enrollment date, and fee in one query output.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pic>
        <p:nvPicPr>
          <p:cNvPr id="9" name="Image 0" descr="/mnt/data/image(20260927-21225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947" y="1600200"/>
            <a:ext cx="594498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</a:rPr>
              <a:t>PostgreSQL / pgAdmin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PostgreSQL: CASE, Relationships and JOINs</dc:title>
  <dc:subject>PostgreSQL Practice</dc:subject>
  <dc:creator>OpenAI</dc:creator>
  <cp:lastModifiedBy>OpenAI</cp:lastModifiedBy>
  <cp:revision>1</cp:revision>
  <dcterms:created xsi:type="dcterms:W3CDTF">2026-09-30T17:59:45Z</dcterms:created>
  <dcterms:modified xsi:type="dcterms:W3CDTF">2026-09-30T17:59:45Z</dcterms:modified>
</cp:coreProperties>
</file>